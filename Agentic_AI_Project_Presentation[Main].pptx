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66" r:id="rId13"/>
    <p:sldId id="268" r:id="rId14"/>
    <p:sldId id="269" r:id="rId15"/>
    <p:sldId id="271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lab.research.google.com/drive/1O-Sc9Bx811U95hCC6XP6gmtwr1pcIwvX?usp=shari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olab.research.google.com/drive/1O-Sc9Bx811U95hCC6XP6gmtwr1pcIwvX?usp=sharing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Agentic Tool-Augmented LLMs for Indic Voice-Based Task Automation</a:t>
            </a:r>
          </a:p>
          <a:p>
            <a:endParaRPr dirty="0"/>
          </a:p>
          <a:p>
            <a:r>
              <a:rPr dirty="0"/>
              <a:t>Vaishnav Nigade (2022BCD0045)</a:t>
            </a:r>
            <a:endParaRPr lang="en-US" dirty="0"/>
          </a:p>
          <a:p>
            <a:r>
              <a:rPr lang="en-IN" dirty="0" err="1"/>
              <a:t>Gograj</a:t>
            </a:r>
            <a:r>
              <a:rPr lang="en-IN" dirty="0"/>
              <a:t> </a:t>
            </a:r>
            <a:r>
              <a:rPr lang="en-IN" dirty="0" err="1"/>
              <a:t>Dadarwal</a:t>
            </a:r>
            <a:r>
              <a:rPr lang="en-IN" dirty="0"/>
              <a:t>(2022BEC0057)</a:t>
            </a:r>
          </a:p>
          <a:p>
            <a:r>
              <a:rPr lang="en-IN" dirty="0"/>
              <a:t>Naveen </a:t>
            </a:r>
            <a:r>
              <a:rPr lang="en-IN" dirty="0" err="1"/>
              <a:t>Meghavath</a:t>
            </a:r>
            <a:r>
              <a:rPr lang="en-IN" dirty="0"/>
              <a:t>(2022BEC0041)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limited to text and cannot execute real-world tasks.</a:t>
            </a:r>
          </a:p>
          <a:p>
            <a:r>
              <a:t>Lack of voice support for Indian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AI system that:</a:t>
            </a:r>
          </a:p>
          <a:p>
            <a:r>
              <a:t>- Takes voice input</a:t>
            </a:r>
          </a:p>
          <a:p>
            <a:r>
              <a:t>- Understands intent</a:t>
            </a:r>
          </a:p>
          <a:p>
            <a:r>
              <a:t>- Selects tools</a:t>
            </a:r>
          </a:p>
          <a:p>
            <a:r>
              <a:t>- Executes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Voice → Whisper → LLM → Agent → Tool → Output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Visual Architecture Diagram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5212F-67EA-60A1-5AC1-51D3DA0E7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3367"/>
            <a:ext cx="9144000" cy="844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Whisper</a:t>
            </a:r>
          </a:p>
          <a:p>
            <a:r>
              <a:t>Transformers</a:t>
            </a:r>
          </a:p>
          <a:p>
            <a:r>
              <a:t>Datetime</a:t>
            </a:r>
          </a:p>
          <a:p>
            <a:r>
              <a:t>Google Colab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+ Text input</a:t>
            </a:r>
          </a:p>
          <a:p>
            <a:r>
              <a:t>Intent detection</a:t>
            </a:r>
          </a:p>
          <a:p>
            <a:r>
              <a:t>Tool execution (time, calculator)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Text: '5+10' → 15</a:t>
            </a:r>
          </a:p>
          <a:p>
            <a:r>
              <a:t>Voice: 'Abhi time kya hai' → current time</a:t>
            </a:r>
          </a:p>
          <a:p>
            <a:r>
              <a:t>Accurate intent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1. Text input demo</a:t>
            </a:r>
            <a:endParaRPr lang="en-US" dirty="0"/>
          </a:p>
          <a:p>
            <a:endParaRPr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IN" dirty="0">
                <a:hlinkClick r:id="rId2"/>
              </a:rPr>
              <a:t>🔗 Open Live </a:t>
            </a:r>
            <a:r>
              <a:rPr lang="en-IN" dirty="0" err="1">
                <a:hlinkClick r:id="rId2"/>
              </a:rPr>
              <a:t>Colab</a:t>
            </a:r>
            <a:r>
              <a:rPr lang="en-IN" dirty="0">
                <a:hlinkClick r:id="rId2"/>
              </a:rPr>
              <a:t> Demo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F26FA0-20EE-AEBC-5374-D10F6257F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4921"/>
            <a:ext cx="5745637" cy="2942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8F34-062D-A9D1-ABF5-1A89B883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Voice input demo using Whisper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7F7CD-2177-C0BB-3C48-17E5420D8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6141"/>
            <a:ext cx="4572000" cy="2718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F1B9FA-8302-C02E-2AB7-69364FF71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4421"/>
            <a:ext cx="9144000" cy="30435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653713-0E84-6701-B764-4D15AB2F29DD}"/>
              </a:ext>
            </a:extLst>
          </p:cNvPr>
          <p:cNvSpPr txBox="1"/>
          <p:nvPr/>
        </p:nvSpPr>
        <p:spPr>
          <a:xfrm>
            <a:off x="4831238" y="20859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hlinkClick r:id="rId4"/>
              </a:rPr>
              <a:t>🔗 Open Live </a:t>
            </a:r>
            <a:r>
              <a:rPr lang="en-IN" dirty="0" err="1">
                <a:hlinkClick r:id="rId4"/>
              </a:rPr>
              <a:t>Colab</a:t>
            </a:r>
            <a:r>
              <a:rPr lang="en-IN" dirty="0">
                <a:hlinkClick r:id="rId4"/>
              </a:rPr>
              <a:t> 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593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 processing issues</a:t>
            </a:r>
          </a:p>
          <a:p>
            <a:r>
              <a:t>Simple intent detection</a:t>
            </a:r>
          </a:p>
          <a:p>
            <a:r>
              <a:t>Limited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APIs (booking, maps)</a:t>
            </a:r>
          </a:p>
          <a:p>
            <a:r>
              <a:t>Multi-agent systems</a:t>
            </a:r>
          </a:p>
          <a:p>
            <a:r>
              <a:t>Full automation assistant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AI enables autonomous task execution.</a:t>
            </a:r>
          </a:p>
          <a:p>
            <a:r>
              <a:t>Step towards real-world AI assistants.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• Built an agentic AI assistant for Indic voice commands</a:t>
            </a:r>
          </a:p>
          <a:p>
            <a:r>
              <a:rPr dirty="0"/>
              <a:t>• Uses Whisper for speech-to-text and LLM-driven intent routing</a:t>
            </a:r>
          </a:p>
          <a:p>
            <a:r>
              <a:rPr dirty="0"/>
              <a:t>• Demonstrates autonomous tool usage (time + calculator)</a:t>
            </a:r>
          </a:p>
          <a:p>
            <a:r>
              <a:rPr dirty="0"/>
              <a:t>• Supports both text and voice demos in Google </a:t>
            </a:r>
            <a:r>
              <a:rPr dirty="0" err="1"/>
              <a:t>Colab</a:t>
            </a:r>
            <a:endParaRPr dirty="0"/>
          </a:p>
          <a:p>
            <a:r>
              <a:rPr dirty="0"/>
              <a:t>• Strong future scope: API automation, multi-agent workflows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Problem Understanding → Accessibility gap in Indic voice AI</a:t>
            </a:r>
          </a:p>
          <a:p>
            <a:r>
              <a:t>Implementation → End-to-end working prototype in Colab</a:t>
            </a:r>
          </a:p>
          <a:p>
            <a:r>
              <a:t>Results → Correct tool selection and successful outputs</a:t>
            </a:r>
          </a:p>
          <a:p>
            <a:r>
              <a:t>Viva → Clear distinction between LLMs and agentic systems</a:t>
            </a:r>
          </a:p>
          <a:p>
            <a:r>
              <a:t>Documentation → Structured report with results + 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1. OpenAI Whisper: Robust Speech Recognition via Large-Scale Weak Supervision (2022)</a:t>
            </a:r>
          </a:p>
          <a:p>
            <a:r>
              <a:rPr dirty="0"/>
              <a:t>2. Hugging Face Transformers Documentation</a:t>
            </a:r>
          </a:p>
          <a:p>
            <a:r>
              <a:rPr dirty="0"/>
              <a:t>3. </a:t>
            </a:r>
            <a:r>
              <a:rPr dirty="0" err="1"/>
              <a:t>ReAct</a:t>
            </a:r>
            <a:r>
              <a:rPr dirty="0"/>
              <a:t>: Synergizing Reasoning and Acting in Language Models (Yao et al., 2023)</a:t>
            </a:r>
          </a:p>
          <a:p>
            <a:r>
              <a:rPr dirty="0"/>
              <a:t>4. </a:t>
            </a:r>
            <a:r>
              <a:rPr dirty="0" err="1"/>
              <a:t>LangChain</a:t>
            </a:r>
            <a:r>
              <a:rPr dirty="0"/>
              <a:t> Agents and Tool Calling Documentation</a:t>
            </a:r>
          </a:p>
          <a:p>
            <a:r>
              <a:rPr dirty="0"/>
              <a:t>5. Tool-Augmented Language Models for Autonomous Task Execution</a:t>
            </a:r>
          </a:p>
          <a:p>
            <a:r>
              <a:rPr dirty="0"/>
              <a:t>6. Review 1 project concept and methodology baseline from submitted 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8229600" cy="1828800"/>
          </a:xfrm>
          <a:prstGeom prst="roundRect">
            <a:avLst/>
          </a:prstGeom>
          <a:solidFill>
            <a:srgbClr val="E6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0000"/>
                </a:solidFill>
              </a:rPr>
              <a:t>Questions &amp;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354</Words>
  <Application>Microsoft Office PowerPoint</Application>
  <PresentationFormat>On-screen Show (4:3)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Agentic AI Project</vt:lpstr>
      <vt:lpstr>Problem Statement</vt:lpstr>
      <vt:lpstr>Proposed Solution</vt:lpstr>
      <vt:lpstr>System Architecture</vt:lpstr>
      <vt:lpstr>Technologies Used</vt:lpstr>
      <vt:lpstr>Implementation</vt:lpstr>
      <vt:lpstr>Results</vt:lpstr>
      <vt:lpstr>Demo</vt:lpstr>
      <vt:lpstr>2. Voice input demo using Whisper </vt:lpstr>
      <vt:lpstr>Challenges</vt:lpstr>
      <vt:lpstr>Future Scope</vt:lpstr>
      <vt:lpstr>Conclusion</vt:lpstr>
      <vt:lpstr>Executive Summary</vt:lpstr>
      <vt:lpstr>Evaluation Alignment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</dc:creator>
  <cp:keywords/>
  <dc:description>generated using python-pptx</dc:description>
  <cp:lastModifiedBy>Vaishnav</cp:lastModifiedBy>
  <cp:revision>5</cp:revision>
  <dcterms:created xsi:type="dcterms:W3CDTF">2013-01-27T09:14:16Z</dcterms:created>
  <dcterms:modified xsi:type="dcterms:W3CDTF">2026-03-30T03:55:29Z</dcterms:modified>
  <cp:category/>
</cp:coreProperties>
</file>